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8999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8999280" cy="215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180000" y="530784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307840"/>
            <a:ext cx="32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560000" y="530784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835A5C-6FAA-4474-9BEB-D5CFC2576F7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440000" y="1080000"/>
            <a:ext cx="1439280" cy="125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380000" y="3960000"/>
            <a:ext cx="1439280" cy="125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000000" y="2700000"/>
            <a:ext cx="1259280" cy="107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-180000" y="2430000"/>
            <a:ext cx="1439280" cy="134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1080000"/>
            <a:ext cx="719280" cy="71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1260000"/>
            <a:ext cx="719280" cy="71928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5220000"/>
            <a:ext cx="1619280" cy="125928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720000" y="4680000"/>
            <a:ext cx="719280" cy="71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540000" y="3420000"/>
            <a:ext cx="719280" cy="71928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100000" y="4680000"/>
            <a:ext cx="1079280" cy="8416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920000" y="5400000"/>
            <a:ext cx="899280" cy="89928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8999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8999280" cy="215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4"/>
          </p:nvPr>
        </p:nvSpPr>
        <p:spPr>
          <a:xfrm>
            <a:off x="180000" y="530784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5"/>
          </p:nvPr>
        </p:nvSpPr>
        <p:spPr>
          <a:xfrm>
            <a:off x="3420000" y="5307840"/>
            <a:ext cx="32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6"/>
          </p:nvPr>
        </p:nvSpPr>
        <p:spPr>
          <a:xfrm>
            <a:off x="7560000" y="530784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F0905A3-7842-42A1-B19C-751509D7128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440000" y="1080000"/>
            <a:ext cx="1439280" cy="125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7380000" y="3960000"/>
            <a:ext cx="1439280" cy="125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000000" y="2700000"/>
            <a:ext cx="1259280" cy="107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-180000" y="2430000"/>
            <a:ext cx="1439280" cy="134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40000" y="1080000"/>
            <a:ext cx="719280" cy="71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0" y="1260000"/>
            <a:ext cx="719280" cy="71928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5220000"/>
            <a:ext cx="1619280" cy="125928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9720000" y="4680000"/>
            <a:ext cx="719280" cy="71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540000" y="3420000"/>
            <a:ext cx="719280" cy="71928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8100000" y="4680000"/>
            <a:ext cx="1079280" cy="8416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920000" y="5400000"/>
            <a:ext cx="899280" cy="89928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 flipH="1">
            <a:off x="-720" y="0"/>
            <a:ext cx="10079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440000" y="1080000"/>
            <a:ext cx="1439280" cy="125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7380000" y="3960000"/>
            <a:ext cx="1439280" cy="125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9000000" y="2700000"/>
            <a:ext cx="1259280" cy="107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-180000" y="2430000"/>
            <a:ext cx="1439280" cy="134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1080000"/>
            <a:ext cx="719280" cy="71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1260000"/>
            <a:ext cx="719280" cy="71928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5220000"/>
            <a:ext cx="1619280" cy="125928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9720000" y="4680000"/>
            <a:ext cx="719280" cy="71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540000" y="3420360"/>
            <a:ext cx="719280" cy="71928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100000" y="4680000"/>
            <a:ext cx="1079280" cy="8416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920000" y="5400000"/>
            <a:ext cx="899280" cy="89928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7"/>
          </p:nvPr>
        </p:nvSpPr>
        <p:spPr>
          <a:xfrm>
            <a:off x="180000" y="530784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8"/>
          </p:nvPr>
        </p:nvSpPr>
        <p:spPr>
          <a:xfrm>
            <a:off x="3420000" y="5307840"/>
            <a:ext cx="32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9"/>
          </p:nvPr>
        </p:nvSpPr>
        <p:spPr>
          <a:xfrm>
            <a:off x="7560000" y="530784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93241E-9781-45BE-9836-2CA3CD07BD7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-720" y="0"/>
            <a:ext cx="10079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0" y="1260000"/>
            <a:ext cx="10079280" cy="4409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440000" y="1080000"/>
            <a:ext cx="1439280" cy="125928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40000" y="1080000"/>
            <a:ext cx="719280" cy="71928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10"/>
          </p:nvPr>
        </p:nvSpPr>
        <p:spPr>
          <a:xfrm>
            <a:off x="180000" y="530784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11"/>
          </p:nvPr>
        </p:nvSpPr>
        <p:spPr>
          <a:xfrm>
            <a:off x="3420000" y="5307840"/>
            <a:ext cx="32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12"/>
          </p:nvPr>
        </p:nvSpPr>
        <p:spPr>
          <a:xfrm>
            <a:off x="7560000" y="530784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B5E5151-4D6B-4A80-9C3A-810520A0496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1428120"/>
            <a:ext cx="907092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Capstone Project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504000" y="2591280"/>
            <a:ext cx="9070920" cy="202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Aft>
                <a:spcPts val="105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By william rose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Aft>
                <a:spcPts val="105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6/15/2026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Messy and clustered stuff at home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Problems: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Image by Rachel from Pixabay&#10;https://pixabay.com/users/rachelrinse-15100404/?utm_source=link-attribution&amp;utm_medium=referral&amp;utm_campaign=image&amp;utm_content=5300174&#10;https://pixabay.com//?utm_source=link-attribution&amp;utm_medium=referral&amp;utm_campaign=image&amp;utm_content=5300174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540000" y="2057400"/>
            <a:ext cx="4571280" cy="30499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9" name="" descr="Image by Mote Oo Education from Pixabay&#10;https://pixabay.com/users/moteoo-466065/?utm_source=link-attribution&amp;utm_medium=referral&amp;utm_campaign=image&amp;utm_content=1459688&#10;https://pixabay.com//?utm_source=link-attribution&amp;utm_medium=referral&amp;utm_campaign=image&amp;utm_content=1459688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6851880" y="136440"/>
            <a:ext cx="2977200" cy="21488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F20EC60-F30B-4758-8C10-90BBD0C1F1D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 additive="repl">
                                        <p:cTn id="12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Solution: HomeInventBox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Inventory Manager for home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Object/Items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Category in an items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the items is at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Search by items name, category, floor, or room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bar code to search item name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Save and load object with all of data.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internet connection required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E59E5B6-BAD8-43ED-A23B-74BD602D00F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3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8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3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8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3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8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53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Planning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different application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ETO.Forms for Desktop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Avalonia UI for Mobile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ASP.NET with Angular for docker self hosted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Console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Testing framework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Xunit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Jasmine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1057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1057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F8E515-9FA6-4DD6-A8CD-4E0DC4C6D33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" dur="indefinite" restart="never" nodeType="tmRoot">
          <p:childTnLst>
            <p:seq>
              <p:cTn id="55" dur="indefinite" nodeType="mainSeq">
                <p:childTnLst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Planning (Cont)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Beginning: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Wireframes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Diagrams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Documentation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functionality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Later 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ETO.Forms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Research documentations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Scope down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desktop application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 with category, places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0" y="0"/>
            <a:ext cx="10114560" cy="5669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2F91EB2-E451-4C97-BF61-1DC734132AB8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04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0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14" dur="5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User Testing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 fontScale="77500" lnSpcReduction="19999"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Multiple users testing the software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lot of bugs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lot of users confused with the software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Users does need to install a framework to run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changed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Options to restore data when application crashed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 process for new users (wall of text)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Feedback loops for every buttons and functionality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Navigation Button widen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Added lost conditions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Added ability to copy data from right click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 others.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5236432-1A17-45D2-ADDC-D5AD4D2D133B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0" dur="indefinite" restart="never" nodeType="tmRoot">
          <p:childTnLst>
            <p:seq>
              <p:cTn id="141" dur="indefinite" nodeType="mainSeq">
                <p:childTnLst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Features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bar code to filter item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Enter and exit full screen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CBC1469-477C-40AC-AEE2-7527095D4B9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0" dur="indefinite" restart="never" nodeType="tmRoot">
          <p:childTnLst>
            <p:seq>
              <p:cTn id="191" dur="indefinite" nodeType="mainSeq">
                <p:childTnLst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Technology choices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C#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Windows, MacOS, Linux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ETO.Forms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FlashCap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Xzing.Net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CSVHelpers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DD06659-4010-402D-BB5F-687EEE1AA88F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0" dur="indefinite" restart="never" nodeType="tmRoot">
          <p:childTnLst>
            <p:seq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Reflection: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Things done differently: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 on one or two framework at a time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 documentation for each framework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Learn and use different language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Thing went well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functionality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Organized into different project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unit test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7576D01-B1DF-43AD-BA50-BC47918C1874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0" dur="indefinite" restart="never" nodeType="tmRoot">
          <p:childTnLst>
            <p:seq>
              <p:cTn id="211" dur="indefinite" nodeType="mainSeq">
                <p:childTnLst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40000" y="269280"/>
            <a:ext cx="8999280" cy="9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Project future: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280" cy="35992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intro process from wall of texts to interactive or grab a youtube video.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Save data to json file along with csv 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to items for display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Refactor the code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 account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Mobile app, Self hosted web app, TUI console app.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7DDD242-507C-4767-874A-2F31D73D3B5B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4" dur="indefinite" restart="never" nodeType="tmRoot">
          <p:childTnLst>
            <p:seq>
              <p:cTn id="245" dur="indefinite" nodeType="mainSeq">
                <p:childTnLst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2026-06-13T22:08:16Z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2026-06-15T10:41:19Z</dcterms:modified>
  <cp:revision>5</cp:revision>
  <dc:subject/>
  <dc:title>Lights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